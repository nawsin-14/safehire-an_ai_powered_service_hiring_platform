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0" r:id="rId2"/>
    <p:sldId id="258" r:id="rId3"/>
    <p:sldId id="263" r:id="rId4"/>
    <p:sldId id="265" r:id="rId5"/>
    <p:sldId id="267" r:id="rId6"/>
    <p:sldId id="266" r:id="rId7"/>
    <p:sldId id="261" r:id="rId8"/>
    <p:sldId id="262" r:id="rId9"/>
    <p:sldId id="268" r:id="rId10"/>
    <p:sldId id="269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851579-FBAD-4845-914B-8E33603320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EE86D5-6E58-4D7D-9724-66FBD3DDE1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BB3A00-D20A-4842-9521-D9C65E4DA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799AC-380A-45C1-9B4A-7BD5D81658DF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10E3D2-4E40-4F25-8BD5-56BC8F48D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A42FA3-15E7-4B52-BF01-6693D73EF7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ED84B-18FA-421C-A504-D9617034D7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0914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3EECE6-33D5-4B2B-ADFE-C957C15612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D27E35-591F-4875-A4B5-BFF7485BE6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5D77DC-B43F-47DB-90CC-F483C02901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799AC-380A-45C1-9B4A-7BD5D81658DF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14B421-8709-4FD7-A7D5-195C7F9C8C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35E768-7696-4244-81E2-6440C778A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ED84B-18FA-421C-A504-D9617034D7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0282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489F63-69DD-46C9-BE18-7A797DD089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8E0B79-976D-4050-960E-8EAC5558B9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C7F895-CAC7-4EC7-B5BC-1E3AFD07F9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799AC-380A-45C1-9B4A-7BD5D81658DF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84A4E3-6266-4666-B160-732AF1841B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BCE0DE-8DC7-43B4-8F52-060B005917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ED84B-18FA-421C-A504-D9617034D7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6867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CA4D3F-E5DB-49AE-899E-701FDC267E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FD08B4-2EB0-4A4C-BD6F-68FBC733F9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89C792-E67E-4260-811E-6C2D1A0062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8FCF70-E3AE-4555-A103-F14E66A248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799AC-380A-45C1-9B4A-7BD5D81658DF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A85FEB-9548-4A8E-840F-71274FCC1D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03C54B-737A-4279-A496-2FA609913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ED84B-18FA-421C-A504-D9617034D7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75015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5C57F8-9BAD-459E-B442-8D3F984629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587144-F8AD-4270-9BA5-5BEDDC4ADE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B56E4B-6E86-4DEA-877D-AA33AF4FA5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4D1089-AF8C-4957-B1C2-CD3800E29E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11D5CC9-2C3B-421B-B6D0-54FCEF580E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FAECED2-2BD6-4CBD-B826-FD56EA653F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799AC-380A-45C1-9B4A-7BD5D81658DF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FBEDFD4-ABD8-442F-A401-DBB80AF2D6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1E8491F-9318-4E82-BEA3-331506827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ED84B-18FA-421C-A504-D9617034D7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5457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F4368E-FDC1-458D-A85F-5D1F23EC34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D31C0B-4E60-4ED0-9D44-CF6EA03614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799AC-380A-45C1-9B4A-7BD5D81658DF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B7D6B8-7D24-4608-B600-4337873878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830BAC-8012-4585-A028-CF539D2635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ED84B-18FA-421C-A504-D9617034D7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2744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F9AF623-E8C7-421A-920C-FC0E2BA40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799AC-380A-45C1-9B4A-7BD5D81658DF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5919F1C-607A-4E1B-8DA7-807BEB2D49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1A1388-73A5-4950-8246-4B1E48546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ED84B-18FA-421C-A504-D9617034D7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27436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920130-69A6-4C6A-80EA-E09F15DB86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6015B6-9A0F-429C-BB33-3D1B0F9766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C0FE63-2A16-408C-BEE6-5D2A885534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00B133-69C2-4B14-9DE5-24C71A4AE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799AC-380A-45C1-9B4A-7BD5D81658DF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019D51-269F-4013-A493-48521B75EC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4B64BE-75FC-4FA7-950F-C5D8F322C4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ED84B-18FA-421C-A504-D9617034D7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3050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2AABC-2FDE-4DF3-9EFA-432355496C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4409EA0-DE33-44BB-93A7-A673F10180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A1C79B-5F5E-420F-9486-80CFE72057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A1AD6F-0618-4E6A-9DA3-1E055ACC94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799AC-380A-45C1-9B4A-7BD5D81658DF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C9DFF9-0A43-44EE-8B4B-20D2B37EC2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5F1D59-3F95-47C4-B87F-ACB91787C8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ED84B-18FA-421C-A504-D9617034D7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48161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B9426-C88F-4A31-A30E-6A8B2D838E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F1A33F-97FF-4149-9420-DD66258820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7A76F6-05A8-4599-B13D-63F1FD4509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799AC-380A-45C1-9B4A-7BD5D81658DF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7FDF8A-205F-4B36-BEA0-70C0AAF52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FB451D-BB03-437D-B3CB-C04AD7C5E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ED84B-18FA-421C-A504-D9617034D7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0490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CA3024-00B5-4DF6-AAC4-41D84AB12C2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0B3542-F81E-4858-B4F2-AAA5787DCE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9E4798-7FE2-4E1C-8DDA-85B06A0C6E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799AC-380A-45C1-9B4A-7BD5D81658DF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B85A9B-86D7-45AE-9619-B72D1A1D4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730BF9-8C9C-4951-9983-15E2151DB5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ED84B-18FA-421C-A504-D9617034D7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91046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FA4A624-4CA2-4B72-B0F5-C51FF35AF9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F91D7E-DD00-46A4-975D-EA57635E81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B63E11-F7F2-4F37-BB51-EC0A3B6C41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2799AC-380A-45C1-9B4A-7BD5D81658DF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55F543-965F-414D-A4C6-1CABA35EE5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2FCE25-8632-4684-8A8A-473535C1F7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EED84B-18FA-421C-A504-D9617034D7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09162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C329CC-3BE8-4405-A307-D86A37EBD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80B4366-4776-4F8B-9E9D-A5F437065B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6541" y="0"/>
            <a:ext cx="12425082" cy="6858000"/>
          </a:xfrm>
        </p:spPr>
      </p:pic>
    </p:spTree>
    <p:extLst>
      <p:ext uri="{BB962C8B-B14F-4D97-AF65-F5344CB8AC3E}">
        <p14:creationId xmlns:p14="http://schemas.microsoft.com/office/powerpoint/2010/main" val="21550878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F56E5-8B27-4F27-AB2E-5ADB0511A0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361ABDF-4C32-4E95-A99C-DE9D5DDFAA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56858" y="0"/>
            <a:ext cx="12548858" cy="7011710"/>
          </a:xfrm>
        </p:spPr>
      </p:pic>
    </p:spTree>
    <p:extLst>
      <p:ext uri="{BB962C8B-B14F-4D97-AF65-F5344CB8AC3E}">
        <p14:creationId xmlns:p14="http://schemas.microsoft.com/office/powerpoint/2010/main" val="34748458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52376-802C-4169-ACB5-FCBE746CBB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44E384C-265E-4A6A-B248-BF83DF213E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-29690"/>
            <a:ext cx="12192000" cy="6887690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362B003-A0B9-4042-BF0E-A0AD63C404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249" y="1524000"/>
            <a:ext cx="5456375" cy="3541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39551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58993C-937B-406C-A06F-82798F80E4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CA5188D-A3B6-4F27-A158-AFB8CAA07B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5551"/>
            <a:ext cx="12192000" cy="6842449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E333D90-3F68-4812-B75E-584F8369A7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278" y="1120590"/>
            <a:ext cx="6082522" cy="4751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44929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BDF8BA-AC02-4E5C-A13E-C6476B92EE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DAB989D-2E5A-4297-A1F8-70BE2866E8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955622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FB78A1E-C46B-450C-9DE1-FF97DD388C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569" y="1958788"/>
            <a:ext cx="5125700" cy="3321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39965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A7EBEF-0653-4530-9658-2E4D09942A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F23025D-32F0-4F6D-AE19-F26F8FD6CA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900492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3E4F39A-AD4F-4C02-A0ED-CC28B023B5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665" y="3741876"/>
            <a:ext cx="6634797" cy="293081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6988BCC-9F3A-4363-B98C-FDC6EAE51EB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184" r="33208"/>
          <a:stretch/>
        </p:blipFill>
        <p:spPr>
          <a:xfrm>
            <a:off x="7284015" y="3917576"/>
            <a:ext cx="4404074" cy="2532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94474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E8E895-544C-4A55-BBA1-2AA965FBB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B8FED34-3F82-469E-87AD-9C969978D7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9198"/>
            <a:ext cx="12192000" cy="6848802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B674C9-DE73-4D2B-9CB9-EEE83C2670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428" y="4093025"/>
            <a:ext cx="7682556" cy="2525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68664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7B63B-5953-4BB5-A835-DB47153E3F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48C0A64-3638-45C7-99CB-694FB9ADD1E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8222"/>
            <a:ext cx="12192000" cy="6886222"/>
          </a:xfrm>
        </p:spPr>
      </p:pic>
    </p:spTree>
    <p:extLst>
      <p:ext uri="{BB962C8B-B14F-4D97-AF65-F5344CB8AC3E}">
        <p14:creationId xmlns:p14="http://schemas.microsoft.com/office/powerpoint/2010/main" val="24635364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8F0EF5-3CF7-456B-9D0C-E28C58E7BA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9B21968-7273-47C7-8147-596E2814DF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644"/>
            <a:ext cx="12192000" cy="6852356"/>
          </a:xfrm>
        </p:spPr>
      </p:pic>
    </p:spTree>
    <p:extLst>
      <p:ext uri="{BB962C8B-B14F-4D97-AF65-F5344CB8AC3E}">
        <p14:creationId xmlns:p14="http://schemas.microsoft.com/office/powerpoint/2010/main" val="28984378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0EE45B-73C8-4D29-AE5D-FEC29448F6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A60CB23-80D7-4FDF-956E-E800EDA6912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-16334"/>
            <a:ext cx="12192000" cy="6874334"/>
          </a:xfrm>
        </p:spPr>
      </p:pic>
    </p:spTree>
    <p:extLst>
      <p:ext uri="{BB962C8B-B14F-4D97-AF65-F5344CB8AC3E}">
        <p14:creationId xmlns:p14="http://schemas.microsoft.com/office/powerpoint/2010/main" val="28669848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0</Words>
  <Application>Microsoft Office PowerPoint</Application>
  <PresentationFormat>Widescreen</PresentationFormat>
  <Paragraphs>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Afrid Khan</dc:creator>
  <cp:lastModifiedBy>Afrid Khan</cp:lastModifiedBy>
  <cp:revision>1</cp:revision>
  <dcterms:created xsi:type="dcterms:W3CDTF">2026-03-15T18:00:04Z</dcterms:created>
  <dcterms:modified xsi:type="dcterms:W3CDTF">2026-03-15T18:41:53Z</dcterms:modified>
</cp:coreProperties>
</file>