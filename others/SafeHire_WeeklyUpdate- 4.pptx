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11B904-9C79-4D78-AA05-754803E6AA44}" v="223" dt="2026-03-16T03:40:11.774"/>
    <p1510:client id="{68E52DA0-7EE5-456C-A692-82457A24CB2D}" v="151" dt="2026-03-15T22:24:07.864"/>
    <p1510:client id="{E8B40097-1576-47F0-AC6C-D76EC2E49F1A}" v="126" dt="2026-03-15T22:36:06.7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615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107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439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592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65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330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505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797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24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429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8541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035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3475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967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458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8961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877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6531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7486" y="588169"/>
            <a:ext cx="2905353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4000" b="1" dirty="0" err="1">
                <a:solidFill>
                  <a:srgbClr val="FFFFFF"/>
                </a:solidFill>
                <a:latin typeface="Bookman Old Style"/>
              </a:rPr>
              <a:t>SafeHire</a:t>
            </a:r>
            <a:endParaRPr lang="en-US" sz="4000" b="1" dirty="0" err="1">
              <a:solidFill>
                <a:srgbClr val="FFFFFF"/>
              </a:solidFill>
              <a:latin typeface="Bookman Old Styl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693544"/>
            <a:ext cx="6344537" cy="11079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200">
                <a:solidFill>
                  <a:srgbClr val="E6E6E6"/>
                </a:solidFill>
                <a:latin typeface="Book Antiqua"/>
              </a:rPr>
              <a:t>AI-Powered Service Hiring Platform</a:t>
            </a:r>
            <a:endParaRPr lang="en-US"/>
          </a:p>
          <a:p>
            <a:r>
              <a:rPr sz="2200" dirty="0">
                <a:solidFill>
                  <a:srgbClr val="E6E6E6"/>
                </a:solidFill>
              </a:rPr>
              <a:t>
</a:t>
            </a:r>
            <a:r>
              <a:rPr sz="2200">
                <a:solidFill>
                  <a:srgbClr val="E6E6E6"/>
                </a:solidFill>
              </a:rPr>
              <a:t>Smarter Hiring for Safer Services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146483"/>
            <a:ext cx="8670131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          </a:t>
            </a:r>
            <a:r>
              <a:rPr err="1">
                <a:solidFill>
                  <a:srgbClr val="FFFFFF"/>
                </a:solidFill>
              </a:rPr>
              <a:t>Afridur</a:t>
            </a:r>
            <a:r>
              <a:rPr dirty="0">
                <a:solidFill>
                  <a:srgbClr val="FFFFFF"/>
                </a:solidFill>
              </a:rPr>
              <a:t> Rahman Khan Mim | Md. Zarif Hossain Alvi | Nazia Faruque Diya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E6E6E6"/>
                </a:solidFill>
              </a:rPr>
              <a:t>• Difficult to find reliable workers
• Workers often unverified
• No intelligent worker recommendation
• Safety and trust issues in hiring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495403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          </a:t>
            </a:r>
            <a:r>
              <a:rPr sz="2000" dirty="0" err="1">
                <a:solidFill>
                  <a:srgbClr val="FFFFFF"/>
                </a:solidFill>
              </a:rPr>
              <a:t>Afridur</a:t>
            </a:r>
            <a:r>
              <a:rPr sz="2000" dirty="0">
                <a:solidFill>
                  <a:srgbClr val="FFFFFF"/>
                </a:solidFill>
              </a:rPr>
              <a:t> Rahman Khan Mim | Md. Zarif Hossain Alvi | Nazia Faruque Diya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C1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SafeHire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8137356" cy="76944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200" dirty="0" err="1">
                <a:solidFill>
                  <a:srgbClr val="E6E6E6"/>
                </a:solidFill>
              </a:rPr>
              <a:t>SafeHire</a:t>
            </a:r>
            <a:r>
              <a:rPr sz="2200" dirty="0">
                <a:solidFill>
                  <a:srgbClr val="E6E6E6"/>
                </a:solidFill>
              </a:rPr>
              <a:t> provides worker registration, profile verification, job posting,
and AI-based worker recommendation to ensure safer hiring.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137" y="6134576"/>
            <a:ext cx="7687489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000" dirty="0" err="1">
                <a:solidFill>
                  <a:srgbClr val="FFFFFF"/>
                </a:solidFill>
              </a:rPr>
              <a:t>Afridur</a:t>
            </a:r>
            <a:r>
              <a:rPr sz="2000" dirty="0">
                <a:solidFill>
                  <a:srgbClr val="FFFFFF"/>
                </a:solidFill>
              </a:rPr>
              <a:t> Rahman Khan Mim | Md. Zarif Hossain Alvi | Nazia Faruque Diya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C1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558223" cy="181588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Platform Workflow</a:t>
            </a:r>
          </a:p>
          <a:p>
            <a:endParaRPr lang="en-US" sz="4400" b="1" dirty="0">
              <a:solidFill>
                <a:srgbClr val="FFFFFF"/>
              </a:solidFill>
              <a:ea typeface="Calibri"/>
              <a:cs typeface="Calibri"/>
            </a:endParaRPr>
          </a:p>
          <a:p>
            <a:r>
              <a:rPr lang="en-US" sz="2400" b="1">
                <a:solidFill>
                  <a:srgbClr val="FFFFFF"/>
                </a:solidFill>
                <a:ea typeface="Calibri"/>
                <a:cs typeface="Calibri"/>
              </a:rPr>
              <a:t>Register Worker → Verify Profile → Post Job → Hire Safely</a:t>
            </a:r>
            <a:endParaRPr lang="en-US" sz="2400"/>
          </a:p>
        </p:txBody>
      </p:sp>
      <p:sp>
        <p:nvSpPr>
          <p:cNvPr id="4" name="Rectangle 3"/>
          <p:cNvSpPr/>
          <p:nvPr/>
        </p:nvSpPr>
        <p:spPr>
          <a:xfrm>
            <a:off x="452695" y="2799505"/>
            <a:ext cx="1828800" cy="914400"/>
          </a:xfrm>
          <a:prstGeom prst="rect">
            <a:avLst/>
          </a:prstGeom>
          <a:solidFill>
            <a:srgbClr val="8C50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Register Worker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031" y="2804022"/>
            <a:ext cx="1828800" cy="914400"/>
          </a:xfrm>
          <a:prstGeom prst="rect">
            <a:avLst/>
          </a:prstGeom>
          <a:solidFill>
            <a:srgbClr val="8C50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Verify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4099" y="2791470"/>
            <a:ext cx="1828800" cy="914400"/>
          </a:xfrm>
          <a:prstGeom prst="rect">
            <a:avLst/>
          </a:prstGeom>
          <a:solidFill>
            <a:srgbClr val="8C50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Post Job</a:t>
            </a:r>
          </a:p>
        </p:txBody>
      </p:sp>
      <p:sp>
        <p:nvSpPr>
          <p:cNvPr id="7" name="Rectangle 6"/>
          <p:cNvSpPr/>
          <p:nvPr/>
        </p:nvSpPr>
        <p:spPr>
          <a:xfrm>
            <a:off x="7140415" y="2790825"/>
            <a:ext cx="1828800" cy="914400"/>
          </a:xfrm>
          <a:prstGeom prst="rect">
            <a:avLst/>
          </a:prstGeom>
          <a:solidFill>
            <a:srgbClr val="8C50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Hire Safely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7687489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000" dirty="0" err="1">
                <a:solidFill>
                  <a:srgbClr val="FFFFFF"/>
                </a:solidFill>
              </a:rPr>
              <a:t>Afridur</a:t>
            </a:r>
            <a:r>
              <a:rPr sz="2000" dirty="0">
                <a:solidFill>
                  <a:srgbClr val="FFFFFF"/>
                </a:solidFill>
              </a:rPr>
              <a:t> Rahman Khan Mim | Md. Zarif Hossain Alvi | Nazia Faruque Diya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C1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Home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486" y="1372076"/>
            <a:ext cx="8443853" cy="11079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200">
                <a:ea typeface="Calibri"/>
                <a:cs typeface="Calibri"/>
              </a:rPr>
              <a:t>• Shows platform overview</a:t>
            </a:r>
            <a:br>
              <a:rPr lang="en-US" sz="2200" dirty="0">
                <a:ea typeface="Calibri"/>
                <a:cs typeface="Calibri"/>
              </a:rPr>
            </a:br>
            <a:r>
              <a:rPr lang="en-US" sz="2200">
                <a:ea typeface="Calibri"/>
                <a:cs typeface="Calibri"/>
              </a:rPr>
              <a:t>• Displays worker and job statistics</a:t>
            </a:r>
            <a:br>
              <a:rPr lang="en-US" sz="2200" dirty="0">
                <a:ea typeface="Calibri"/>
                <a:cs typeface="Calibri"/>
              </a:rPr>
            </a:br>
            <a:r>
              <a:rPr lang="en-US" sz="2200">
                <a:ea typeface="Calibri"/>
                <a:cs typeface="Calibri"/>
              </a:rPr>
              <a:t>• Explains AI recommendation system</a:t>
            </a:r>
            <a:endParaRPr lang="en-US"/>
          </a:p>
        </p:txBody>
      </p:sp>
      <p:pic>
        <p:nvPicPr>
          <p:cNvPr id="5" name="Picture 4" descr="Screenshot 2026-03-16 0254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000" y="2479357"/>
            <a:ext cx="6296024" cy="37314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7687489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000" dirty="0" err="1">
                <a:solidFill>
                  <a:srgbClr val="FFFFFF"/>
                </a:solidFill>
              </a:rPr>
              <a:t>Afridur</a:t>
            </a:r>
            <a:r>
              <a:rPr sz="2000" dirty="0">
                <a:solidFill>
                  <a:srgbClr val="FFFFFF"/>
                </a:solidFill>
              </a:rPr>
              <a:t> Rahman Khan Mim | Md. Zarif Hossain Alvi | Nazia Faruque Diya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C1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Worker Registration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832704" cy="110799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200">
                <a:ea typeface="Calibri"/>
                <a:cs typeface="Calibri"/>
              </a:rPr>
              <a:t>• Admin registers workers</a:t>
            </a:r>
            <a:br>
              <a:rPr lang="en-US" sz="2200" dirty="0">
                <a:ea typeface="Calibri"/>
                <a:cs typeface="Calibri"/>
              </a:rPr>
            </a:br>
            <a:r>
              <a:rPr lang="en-US" sz="2200">
                <a:ea typeface="Calibri"/>
                <a:cs typeface="Calibri"/>
              </a:rPr>
              <a:t>• Information collected: Name, NID, Phone, Address, Skills</a:t>
            </a:r>
            <a:br>
              <a:rPr lang="en-US" sz="2200" dirty="0">
                <a:ea typeface="Calibri"/>
                <a:cs typeface="Calibri"/>
              </a:rPr>
            </a:br>
            <a:r>
              <a:rPr lang="en-US" sz="2200">
                <a:ea typeface="Calibri"/>
                <a:cs typeface="Calibri"/>
              </a:rPr>
              <a:t>• Creates worker profile in the system</a:t>
            </a:r>
            <a:endParaRPr lang="en-US"/>
          </a:p>
        </p:txBody>
      </p:sp>
      <p:pic>
        <p:nvPicPr>
          <p:cNvPr id="5" name="Picture 4" descr="Screenshot 2026-03-16 0255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030" y="2753201"/>
            <a:ext cx="5605462" cy="33331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7687489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000" dirty="0" err="1">
                <a:solidFill>
                  <a:srgbClr val="FFFFFF"/>
                </a:solidFill>
              </a:rPr>
              <a:t>Afridur</a:t>
            </a:r>
            <a:r>
              <a:rPr sz="2000" dirty="0">
                <a:solidFill>
                  <a:srgbClr val="FFFFFF"/>
                </a:solidFill>
              </a:rPr>
              <a:t> Rahman Khan Mim | Md. Zarif Hossain Alvi | Nazia Faruque Diya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C1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Workers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466561" cy="110799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200">
                <a:solidFill>
                  <a:srgbClr val="FFFFFF"/>
                </a:solidFill>
                <a:ea typeface="Calibri"/>
                <a:cs typeface="Calibri"/>
              </a:rPr>
              <a:t>• Displays registered workers</a:t>
            </a:r>
            <a:br>
              <a:rPr lang="en-US" sz="2200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2200">
                <a:solidFill>
                  <a:srgbClr val="FFFFFF"/>
                </a:solidFill>
                <a:ea typeface="Calibri"/>
                <a:cs typeface="Calibri"/>
              </a:rPr>
              <a:t>• Shows skills and verification status</a:t>
            </a:r>
            <a:br>
              <a:rPr lang="en-US" sz="2200" dirty="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2200">
                <a:solidFill>
                  <a:srgbClr val="FFFFFF"/>
                </a:solidFill>
                <a:ea typeface="Calibri"/>
                <a:cs typeface="Calibri"/>
              </a:rPr>
              <a:t>• Risk score helps employers evaluate workers</a:t>
            </a:r>
            <a:endParaRPr lang="en-US"/>
          </a:p>
        </p:txBody>
      </p:sp>
      <p:pic>
        <p:nvPicPr>
          <p:cNvPr id="5" name="Picture 4" descr="Screenshot 2026-03-16 0254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187" y="2705577"/>
            <a:ext cx="6236492" cy="33708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7687489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000" dirty="0" err="1">
                <a:solidFill>
                  <a:srgbClr val="FFFFFF"/>
                </a:solidFill>
              </a:rPr>
              <a:t>Afridur</a:t>
            </a:r>
            <a:r>
              <a:rPr sz="2000" dirty="0">
                <a:solidFill>
                  <a:srgbClr val="FFFFFF"/>
                </a:solidFill>
              </a:rPr>
              <a:t> Rahman Khan Mim | Md. Zarif Hossain Alvi | Nazia Faruque Diya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C1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Worker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57764"/>
            <a:ext cx="5008422" cy="110799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200">
                <a:ea typeface="Calibri"/>
                <a:cs typeface="Calibri"/>
              </a:rPr>
              <a:t>• Admin reviews worker profiles</a:t>
            </a:r>
            <a:br>
              <a:rPr lang="en-US" sz="2200" dirty="0">
                <a:ea typeface="Calibri"/>
                <a:cs typeface="Calibri"/>
              </a:rPr>
            </a:br>
            <a:r>
              <a:rPr lang="en-US" sz="2200">
                <a:ea typeface="Calibri"/>
                <a:cs typeface="Calibri"/>
              </a:rPr>
              <a:t>• Options: Verify, Pending, Reject</a:t>
            </a:r>
            <a:br>
              <a:rPr lang="en-US" sz="2200" dirty="0">
                <a:ea typeface="Calibri"/>
                <a:cs typeface="Calibri"/>
              </a:rPr>
            </a:br>
            <a:r>
              <a:rPr lang="en-US" sz="2200">
                <a:ea typeface="Calibri"/>
                <a:cs typeface="Calibri"/>
              </a:rPr>
              <a:t>• Ensures trusted workers on the platform</a:t>
            </a:r>
            <a:endParaRPr lang="en-US"/>
          </a:p>
        </p:txBody>
      </p:sp>
      <p:pic>
        <p:nvPicPr>
          <p:cNvPr id="5" name="Picture 4" descr="Screenshot 2026-03-16 0255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1" y="2384108"/>
            <a:ext cx="7367586" cy="3602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7687489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000" dirty="0" err="1">
                <a:solidFill>
                  <a:srgbClr val="FFFFFF"/>
                </a:solidFill>
              </a:rPr>
              <a:t>Afridur</a:t>
            </a:r>
            <a:r>
              <a:rPr sz="2000" dirty="0">
                <a:solidFill>
                  <a:srgbClr val="FFFFFF"/>
                </a:solidFill>
              </a:rPr>
              <a:t> Rahman Khan Mim | Md. Zarif Hossain Alvi | Nazia Faruque Diya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C1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Jobs &amp; Hiring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486" y="1062514"/>
            <a:ext cx="5284524" cy="110799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200">
                <a:ea typeface="Calibri"/>
                <a:cs typeface="Calibri"/>
              </a:rPr>
              <a:t>• Employers post jobs</a:t>
            </a:r>
            <a:br>
              <a:rPr lang="en-US" sz="2200" dirty="0">
                <a:ea typeface="Calibri"/>
                <a:cs typeface="Calibri"/>
              </a:rPr>
            </a:br>
            <a:r>
              <a:rPr lang="en-US" sz="2200">
                <a:ea typeface="Calibri"/>
                <a:cs typeface="Calibri"/>
              </a:rPr>
              <a:t>• Include category, location, budget</a:t>
            </a:r>
            <a:br>
              <a:rPr lang="en-US" sz="2200" dirty="0">
                <a:ea typeface="Calibri"/>
                <a:cs typeface="Calibri"/>
              </a:rPr>
            </a:br>
            <a:r>
              <a:rPr lang="en-US" sz="2200">
                <a:ea typeface="Calibri"/>
                <a:cs typeface="Calibri"/>
              </a:rPr>
              <a:t>• System suggests best worker automatically</a:t>
            </a:r>
            <a:endParaRPr lang="en-US"/>
          </a:p>
        </p:txBody>
      </p:sp>
      <p:pic>
        <p:nvPicPr>
          <p:cNvPr id="5" name="Picture 4" descr="Screenshot 2026-03-16 0256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18" y="2169797"/>
            <a:ext cx="6415086" cy="40280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7687489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000" dirty="0" err="1">
                <a:solidFill>
                  <a:srgbClr val="FFFFFF"/>
                </a:solidFill>
              </a:rPr>
              <a:t>Afridur</a:t>
            </a:r>
            <a:r>
              <a:rPr sz="2000" dirty="0">
                <a:solidFill>
                  <a:srgbClr val="FFFFFF"/>
                </a:solidFill>
              </a:rPr>
              <a:t> Rahman Khan Mim | Md. Zarif Hossain Alvi | Nazia Faruque Diya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9263C-F2C1-ED71-8E2B-B74CAA400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ea typeface="Calibri Light"/>
                <a:cs typeface="Calibri Light"/>
              </a:rPr>
              <a:t>FUTURE IMPROVEMENTS</a:t>
            </a:r>
            <a:endParaRPr lang="en-US" sz="40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A2DDA-51AC-BE01-C633-49EC3E99C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34787"/>
            <a:ext cx="7772400" cy="3649133"/>
          </a:xfrm>
        </p:spPr>
        <p:txBody>
          <a:bodyPr/>
          <a:lstStyle/>
          <a:p>
            <a:pPr marL="0" indent="0">
              <a:buNone/>
            </a:pPr>
            <a:r>
              <a:rPr lang="en-US" sz="2200">
                <a:ea typeface="Calibri"/>
                <a:cs typeface="Calibri"/>
              </a:rPr>
              <a:t>• Advanced AI matching algorithm</a:t>
            </a:r>
            <a:br>
              <a:rPr lang="en-US" sz="2200" dirty="0">
                <a:ea typeface="Calibri"/>
                <a:cs typeface="Calibri"/>
              </a:rPr>
            </a:br>
            <a:r>
              <a:rPr lang="en-US" sz="2200">
                <a:ea typeface="Calibri"/>
                <a:cs typeface="Calibri"/>
              </a:rPr>
              <a:t>• Rating and review system for workers</a:t>
            </a:r>
            <a:br>
              <a:rPr lang="en-US" sz="2200" dirty="0">
                <a:ea typeface="Calibri"/>
                <a:cs typeface="Calibri"/>
              </a:rPr>
            </a:br>
            <a:r>
              <a:rPr lang="en-US" sz="2200">
                <a:ea typeface="Calibri"/>
                <a:cs typeface="Calibri"/>
              </a:rPr>
              <a:t>• Secure identity verification</a:t>
            </a:r>
          </a:p>
          <a:p>
            <a:pPr marL="0" indent="0">
              <a:buNone/>
            </a:pPr>
            <a:endParaRPr lang="en-US" sz="2200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22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71DC80-BCB0-227E-0460-49F4AC0D0170}"/>
              </a:ext>
            </a:extLst>
          </p:cNvPr>
          <p:cNvSpPr txBox="1"/>
          <p:nvPr/>
        </p:nvSpPr>
        <p:spPr>
          <a:xfrm>
            <a:off x="630939" y="5823066"/>
            <a:ext cx="824388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 err="1">
                <a:ea typeface="Calibri"/>
                <a:cs typeface="Calibri"/>
              </a:rPr>
              <a:t>Afridur</a:t>
            </a:r>
            <a:r>
              <a:rPr lang="en-US" sz="2000" dirty="0">
                <a:ea typeface="Calibri"/>
                <a:cs typeface="Calibri"/>
              </a:rPr>
              <a:t> Rahman Khan Mim | Md. Zarif Hossain Alvi | Nazia Faruque Diya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28294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C1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2965877" cy="83099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8526693" cy="286232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400" dirty="0" err="1">
                <a:solidFill>
                  <a:srgbClr val="E6E6E6"/>
                </a:solidFill>
                <a:latin typeface="Bookman Old Style"/>
              </a:rPr>
              <a:t>SafeHire</a:t>
            </a:r>
            <a:r>
              <a:rPr sz="2400" dirty="0">
                <a:solidFill>
                  <a:srgbClr val="E6E6E6"/>
                </a:solidFill>
                <a:latin typeface="Bookman Old Style"/>
              </a:rPr>
              <a:t> improves trust and efficiency in service hiring.</a:t>
            </a:r>
          </a:p>
          <a:p>
            <a:endParaRPr lang="en-US" sz="2400" dirty="0">
              <a:solidFill>
                <a:srgbClr val="E6E6E6"/>
              </a:solidFill>
              <a:latin typeface="Bookman Old Style"/>
            </a:endParaRPr>
          </a:p>
          <a:p>
            <a:endParaRPr lang="en-US" sz="2400" dirty="0">
              <a:solidFill>
                <a:srgbClr val="E6E6E6"/>
              </a:solidFill>
              <a:latin typeface="Bookman Old Style"/>
            </a:endParaRPr>
          </a:p>
          <a:p>
            <a:endParaRPr lang="en-US" sz="2400" dirty="0">
              <a:solidFill>
                <a:srgbClr val="E6E6E6"/>
              </a:solidFill>
              <a:latin typeface="Bookman Old Style"/>
            </a:endParaRPr>
          </a:p>
          <a:p>
            <a:endParaRPr lang="en-US" sz="2400" dirty="0">
              <a:solidFill>
                <a:srgbClr val="E6E6E6"/>
              </a:solidFill>
              <a:latin typeface="Bookman Old Style"/>
            </a:endParaRPr>
          </a:p>
          <a:p>
            <a:r>
              <a:rPr lang="en-US" sz="6000">
                <a:solidFill>
                  <a:srgbClr val="E6E6E6"/>
                </a:solidFill>
                <a:latin typeface="Bookman Old Style"/>
              </a:rPr>
              <a:t>THANK YOU!!!!</a:t>
            </a:r>
            <a:endParaRPr lang="en-US" sz="6000" dirty="0">
              <a:solidFill>
                <a:srgbClr val="E6E6E6"/>
              </a:solidFill>
              <a:latin typeface="Bookman Old Style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7687489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000" dirty="0" err="1">
                <a:solidFill>
                  <a:srgbClr val="FFFFFF"/>
                </a:solidFill>
              </a:rPr>
              <a:t>Afridur</a:t>
            </a:r>
            <a:r>
              <a:rPr sz="2000" dirty="0">
                <a:solidFill>
                  <a:srgbClr val="FFFFFF"/>
                </a:solidFill>
              </a:rPr>
              <a:t> Rahman Khan Mim | Md. Zarif Hossain Alvi | Nazia Faruque Diya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IMPROVEMENTS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198</cp:revision>
  <dcterms:created xsi:type="dcterms:W3CDTF">2013-01-27T09:14:16Z</dcterms:created>
  <dcterms:modified xsi:type="dcterms:W3CDTF">2026-03-16T03:40:24Z</dcterms:modified>
  <cp:category/>
</cp:coreProperties>
</file>