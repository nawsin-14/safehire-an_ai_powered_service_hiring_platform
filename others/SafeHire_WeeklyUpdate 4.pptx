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52DA0-7EE5-456C-A692-82457A24CB2D}" v="151" dt="2026-03-15T22:24:07.864"/>
    <p1510:client id="{E8B40097-1576-47F0-AC6C-D76EC2E49F1A}" v="126" dt="2026-03-15T22:36:06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0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3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9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6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3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0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9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2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2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54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035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47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67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5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96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7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53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30A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7486" y="588169"/>
            <a:ext cx="290535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  <a:latin typeface="Bookman Old Style"/>
              </a:rPr>
              <a:t>SafeHire</a:t>
            </a:r>
            <a:endParaRPr lang="en-US" sz="4000" b="1" dirty="0" err="1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737194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200">
                <a:solidFill>
                  <a:srgbClr val="E6E6E6"/>
                </a:solidFill>
                <a:latin typeface="Book Antiqua"/>
              </a:rPr>
              <a:t>AI-Powered Service Hiring Platform</a:t>
            </a:r>
            <a:endParaRPr lang="en-US"/>
          </a:p>
          <a:p>
            <a:r>
              <a:rPr sz="2200" dirty="0">
                <a:solidFill>
                  <a:srgbClr val="E6E6E6"/>
                </a:solidFill>
              </a:rPr>
              <a:t>
</a:t>
            </a:r>
            <a:r>
              <a:rPr sz="2200">
                <a:solidFill>
                  <a:srgbClr val="E6E6E6"/>
                </a:solidFill>
              </a:rPr>
              <a:t>Smarter Hiring for Safer Services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146483"/>
            <a:ext cx="867013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          </a:t>
            </a:r>
            <a:r>
              <a:rPr err="1">
                <a:solidFill>
                  <a:srgbClr val="FFFFFF"/>
                </a:solidFill>
              </a:rPr>
              <a:t>Afridur</a:t>
            </a:r>
            <a:r>
              <a:rPr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30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• Difficult to find reliable workers
• Workers often unverified
• No intelligent worker recommendation
• Safety and trust issues in hiring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495403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          </a:t>
            </a:r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SafeHire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137356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200" dirty="0" err="1">
                <a:solidFill>
                  <a:srgbClr val="E6E6E6"/>
                </a:solidFill>
              </a:rPr>
              <a:t>SafeHire</a:t>
            </a:r>
            <a:r>
              <a:rPr sz="2200" dirty="0">
                <a:solidFill>
                  <a:srgbClr val="E6E6E6"/>
                </a:solidFill>
              </a:rPr>
              <a:t> provides worker registration, profile verification, job posting,
and AI-based worker recommendation to ensure safer hiring.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137" y="6134576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652171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Platform Workflow</a:t>
            </a:r>
            <a:endParaRPr lang="en-US" sz="4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2695" y="2799505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Register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031" y="2804022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Verify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4099" y="2791470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0415" y="2790825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Hire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486" y="1157764"/>
            <a:ext cx="9170134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200" dirty="0">
                <a:solidFill>
                  <a:srgbClr val="E6E6E6"/>
                </a:solidFill>
              </a:rPr>
              <a:t>Overview of the </a:t>
            </a:r>
            <a:r>
              <a:rPr sz="2200" dirty="0" err="1">
                <a:solidFill>
                  <a:srgbClr val="E6E6E6"/>
                </a:solidFill>
              </a:rPr>
              <a:t>SafeHire</a:t>
            </a:r>
            <a:r>
              <a:rPr sz="2200" dirty="0">
                <a:solidFill>
                  <a:srgbClr val="E6E6E6"/>
                </a:solidFill>
              </a:rPr>
              <a:t> platform dashboard</a:t>
            </a:r>
          </a:p>
        </p:txBody>
      </p:sp>
      <p:pic>
        <p:nvPicPr>
          <p:cNvPr id="5" name="Picture 4" descr="Screenshot 2026-03-16 0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06" y="1586390"/>
            <a:ext cx="6486523" cy="4374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Admin can add workers with NID, phone, address and skills.</a:t>
            </a:r>
          </a:p>
        </p:txBody>
      </p:sp>
      <p:pic>
        <p:nvPicPr>
          <p:cNvPr id="5" name="Picture 4" descr="Screenshot 2026-03-16 025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749" y="2265045"/>
            <a:ext cx="5855493" cy="354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View workers, skills, verification status and risk score.</a:t>
            </a:r>
          </a:p>
        </p:txBody>
      </p:sp>
      <p:pic>
        <p:nvPicPr>
          <p:cNvPr id="5" name="Picture 4" descr="Screenshot 2026-03-16 025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37" y="2193608"/>
            <a:ext cx="6236492" cy="3370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Admin verifies workers before they are available for hiring.</a:t>
            </a:r>
          </a:p>
        </p:txBody>
      </p:sp>
      <p:pic>
        <p:nvPicPr>
          <p:cNvPr id="5" name="Picture 4" descr="Screenshot 2026-03-16 025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50" y="2169795"/>
            <a:ext cx="6879430" cy="37812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Jobs &amp;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Employers post jobs and receive suggested workers.</a:t>
            </a:r>
          </a:p>
        </p:txBody>
      </p:sp>
      <p:pic>
        <p:nvPicPr>
          <p:cNvPr id="5" name="Picture 4" descr="Screenshot 2026-03-16 025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55" y="2324577"/>
            <a:ext cx="6034087" cy="3599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965877" cy="8309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526693" cy="286232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400" dirty="0" err="1">
                <a:solidFill>
                  <a:srgbClr val="E6E6E6"/>
                </a:solidFill>
                <a:latin typeface="Bookman Old Style"/>
              </a:rPr>
              <a:t>SafeHire</a:t>
            </a:r>
            <a:r>
              <a:rPr sz="2400" dirty="0">
                <a:solidFill>
                  <a:srgbClr val="E6E6E6"/>
                </a:solidFill>
                <a:latin typeface="Bookman Old Style"/>
              </a:rPr>
              <a:t> improves trust and efficiency in service hiring.</a:t>
            </a: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r>
              <a:rPr lang="en-US" sz="6000">
                <a:solidFill>
                  <a:srgbClr val="E6E6E6"/>
                </a:solidFill>
                <a:latin typeface="Bookman Old Style"/>
              </a:rPr>
              <a:t>THANK YOU!!!!</a:t>
            </a:r>
            <a:endParaRPr lang="en-US" sz="6000" dirty="0">
              <a:solidFill>
                <a:srgbClr val="E6E6E6"/>
              </a:solidFill>
              <a:latin typeface="Bookman Old Styl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124</cp:revision>
  <dcterms:created xsi:type="dcterms:W3CDTF">2013-01-27T09:14:16Z</dcterms:created>
  <dcterms:modified xsi:type="dcterms:W3CDTF">2026-03-15T22:36:08Z</dcterms:modified>
  <cp:category/>
</cp:coreProperties>
</file>